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0A2F9B-00B3-446C-9705-A7A7404444C2}" v="18" dt="2026-10-19T07:28:56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ti kondala" userId="a346c19f0a206091" providerId="LiveId" clId="{88B5224F-4A02-4A82-B972-6088FEC50949}"/>
    <pc:docChg chg="undo custSel modSld">
      <pc:chgData name="Sravanti kondala" userId="a346c19f0a206091" providerId="LiveId" clId="{88B5224F-4A02-4A82-B972-6088FEC50949}" dt="2026-10-25T09:15:35.085" v="80" actId="478"/>
      <pc:docMkLst>
        <pc:docMk/>
      </pc:docMkLst>
      <pc:sldChg chg="addSp delSp modSp mod">
        <pc:chgData name="Sravanti kondala" userId="a346c19f0a206091" providerId="LiveId" clId="{88B5224F-4A02-4A82-B972-6088FEC50949}" dt="2026-10-25T09:13:14.323" v="72" actId="478"/>
        <pc:sldMkLst>
          <pc:docMk/>
          <pc:sldMk cId="2966940512" sldId="256"/>
        </pc:sldMkLst>
        <pc:spChg chg="mod">
          <ac:chgData name="Sravanti kondala" userId="a346c19f0a206091" providerId="LiveId" clId="{88B5224F-4A02-4A82-B972-6088FEC50949}" dt="2026-10-19T07:28:56.291" v="40"/>
          <ac:spMkLst>
            <pc:docMk/>
            <pc:sldMk cId="2966940512" sldId="256"/>
            <ac:spMk id="2" creationId="{57ECC388-7617-6E13-C5A8-6DCFF73718BE}"/>
          </ac:spMkLst>
        </pc:spChg>
        <pc:spChg chg="mod">
          <ac:chgData name="Sravanti kondala" userId="a346c19f0a206091" providerId="LiveId" clId="{88B5224F-4A02-4A82-B972-6088FEC50949}" dt="2026-10-19T07:28:56.291" v="40"/>
          <ac:spMkLst>
            <pc:docMk/>
            <pc:sldMk cId="2966940512" sldId="256"/>
            <ac:spMk id="3" creationId="{7F9302EB-1F06-ADBD-34D8-F933125241D4}"/>
          </ac:spMkLst>
        </pc:spChg>
        <pc:picChg chg="add mod ord">
          <ac:chgData name="Sravanti kondala" userId="a346c19f0a206091" providerId="LiveId" clId="{88B5224F-4A02-4A82-B972-6088FEC50949}" dt="2026-10-25T09:09:29.576" v="53" actId="14100"/>
          <ac:picMkLst>
            <pc:docMk/>
            <pc:sldMk cId="2966940512" sldId="256"/>
            <ac:picMk id="5" creationId="{58BE7394-2921-70B0-8C40-5DC0475A0EDD}"/>
          </ac:picMkLst>
        </pc:picChg>
        <pc:picChg chg="add del mod">
          <ac:chgData name="Sravanti kondala" userId="a346c19f0a206091" providerId="LiveId" clId="{88B5224F-4A02-4A82-B972-6088FEC50949}" dt="2026-10-25T09:13:14.323" v="72" actId="478"/>
          <ac:picMkLst>
            <pc:docMk/>
            <pc:sldMk cId="2966940512" sldId="256"/>
            <ac:picMk id="6" creationId="{72BE3CEC-D466-AD09-48A7-CA631B45C0C4}"/>
          </ac:picMkLst>
        </pc:picChg>
      </pc:sldChg>
      <pc:sldChg chg="addSp modSp mod">
        <pc:chgData name="Sravanti kondala" userId="a346c19f0a206091" providerId="LiveId" clId="{88B5224F-4A02-4A82-B972-6088FEC50949}" dt="2026-10-25T09:10:46.055" v="61" actId="14100"/>
        <pc:sldMkLst>
          <pc:docMk/>
          <pc:sldMk cId="2791025135" sldId="257"/>
        </pc:sldMkLst>
        <pc:spChg chg="mod">
          <ac:chgData name="Sravanti kondala" userId="a346c19f0a206091" providerId="LiveId" clId="{88B5224F-4A02-4A82-B972-6088FEC50949}" dt="2026-10-19T07:28:56.291" v="40"/>
          <ac:spMkLst>
            <pc:docMk/>
            <pc:sldMk cId="2791025135" sldId="257"/>
            <ac:spMk id="2" creationId="{91ED1E21-0945-D2C2-04A1-22DEA98D1D83}"/>
          </ac:spMkLst>
        </pc:spChg>
        <pc:spChg chg="mod">
          <ac:chgData name="Sravanti kondala" userId="a346c19f0a206091" providerId="LiveId" clId="{88B5224F-4A02-4A82-B972-6088FEC50949}" dt="2026-10-21T02:21:38.184" v="43" actId="313"/>
          <ac:spMkLst>
            <pc:docMk/>
            <pc:sldMk cId="2791025135" sldId="257"/>
            <ac:spMk id="3" creationId="{DF1FA393-65F3-B231-CE27-8294424B5187}"/>
          </ac:spMkLst>
        </pc:spChg>
        <pc:picChg chg="add mod ord">
          <ac:chgData name="Sravanti kondala" userId="a346c19f0a206091" providerId="LiveId" clId="{88B5224F-4A02-4A82-B972-6088FEC50949}" dt="2026-10-25T09:10:46.055" v="61" actId="14100"/>
          <ac:picMkLst>
            <pc:docMk/>
            <pc:sldMk cId="2791025135" sldId="257"/>
            <ac:picMk id="4" creationId="{D2EEC206-5286-B457-39EE-173ACEA3B213}"/>
          </ac:picMkLst>
        </pc:picChg>
      </pc:sldChg>
      <pc:sldChg chg="addSp delSp modSp mod">
        <pc:chgData name="Sravanti kondala" userId="a346c19f0a206091" providerId="LiveId" clId="{88B5224F-4A02-4A82-B972-6088FEC50949}" dt="2026-10-25T09:15:35.085" v="80" actId="478"/>
        <pc:sldMkLst>
          <pc:docMk/>
          <pc:sldMk cId="2856520954" sldId="258"/>
        </pc:sldMkLst>
        <pc:spChg chg="mod">
          <ac:chgData name="Sravanti kondala" userId="a346c19f0a206091" providerId="LiveId" clId="{88B5224F-4A02-4A82-B972-6088FEC50949}" dt="2026-10-19T07:28:56.291" v="40"/>
          <ac:spMkLst>
            <pc:docMk/>
            <pc:sldMk cId="2856520954" sldId="258"/>
            <ac:spMk id="2" creationId="{95A91943-41B8-4CDF-2553-F9D2221FA771}"/>
          </ac:spMkLst>
        </pc:spChg>
        <pc:spChg chg="mod">
          <ac:chgData name="Sravanti kondala" userId="a346c19f0a206091" providerId="LiveId" clId="{88B5224F-4A02-4A82-B972-6088FEC50949}" dt="2026-10-19T07:28:56.291" v="40"/>
          <ac:spMkLst>
            <pc:docMk/>
            <pc:sldMk cId="2856520954" sldId="258"/>
            <ac:spMk id="3" creationId="{D104240C-9D9F-9C59-375C-8A9316F9BC2A}"/>
          </ac:spMkLst>
        </pc:spChg>
        <pc:picChg chg="add ord">
          <ac:chgData name="Sravanti kondala" userId="a346c19f0a206091" providerId="LiveId" clId="{88B5224F-4A02-4A82-B972-6088FEC50949}" dt="2026-10-25T09:10:58.464" v="63" actId="167"/>
          <ac:picMkLst>
            <pc:docMk/>
            <pc:sldMk cId="2856520954" sldId="258"/>
            <ac:picMk id="5" creationId="{A7198AB1-53A3-9609-F733-AA2F152612CC}"/>
          </ac:picMkLst>
        </pc:picChg>
        <pc:picChg chg="add del mod">
          <ac:chgData name="Sravanti kondala" userId="a346c19f0a206091" providerId="LiveId" clId="{88B5224F-4A02-4A82-B972-6088FEC50949}" dt="2026-10-25T09:15:14.794" v="78" actId="478"/>
          <ac:picMkLst>
            <pc:docMk/>
            <pc:sldMk cId="2856520954" sldId="258"/>
            <ac:picMk id="6" creationId="{81FB981E-C328-D9A9-753B-90473AE2C46C}"/>
          </ac:picMkLst>
        </pc:picChg>
        <pc:picChg chg="add del">
          <ac:chgData name="Sravanti kondala" userId="a346c19f0a206091" providerId="LiveId" clId="{88B5224F-4A02-4A82-B972-6088FEC50949}" dt="2026-10-25T09:15:35.085" v="80" actId="478"/>
          <ac:picMkLst>
            <pc:docMk/>
            <pc:sldMk cId="2856520954" sldId="258"/>
            <ac:picMk id="8" creationId="{C1CB02B7-D612-1F3F-80D6-3FB000184E9E}"/>
          </ac:picMkLst>
        </pc:picChg>
      </pc:sldChg>
      <pc:sldChg chg="addSp modSp mod">
        <pc:chgData name="Sravanti kondala" userId="a346c19f0a206091" providerId="LiveId" clId="{88B5224F-4A02-4A82-B972-6088FEC50949}" dt="2026-10-25T09:11:07.879" v="65" actId="167"/>
        <pc:sldMkLst>
          <pc:docMk/>
          <pc:sldMk cId="3771384333" sldId="259"/>
        </pc:sldMkLst>
        <pc:spChg chg="mod">
          <ac:chgData name="Sravanti kondala" userId="a346c19f0a206091" providerId="LiveId" clId="{88B5224F-4A02-4A82-B972-6088FEC50949}" dt="2026-10-19T07:28:56.291" v="40"/>
          <ac:spMkLst>
            <pc:docMk/>
            <pc:sldMk cId="3771384333" sldId="259"/>
            <ac:spMk id="2" creationId="{1B4F4B1F-D390-BAB1-9D2B-CAA23A1CDF4C}"/>
          </ac:spMkLst>
        </pc:spChg>
        <pc:spChg chg="mod">
          <ac:chgData name="Sravanti kondala" userId="a346c19f0a206091" providerId="LiveId" clId="{88B5224F-4A02-4A82-B972-6088FEC50949}" dt="2026-10-22T09:30:39.707" v="48" actId="5793"/>
          <ac:spMkLst>
            <pc:docMk/>
            <pc:sldMk cId="3771384333" sldId="259"/>
            <ac:spMk id="3" creationId="{D3C934C3-CC84-857D-932B-C755D40D37A0}"/>
          </ac:spMkLst>
        </pc:spChg>
        <pc:picChg chg="add ord">
          <ac:chgData name="Sravanti kondala" userId="a346c19f0a206091" providerId="LiveId" clId="{88B5224F-4A02-4A82-B972-6088FEC50949}" dt="2026-10-25T09:11:07.879" v="65" actId="167"/>
          <ac:picMkLst>
            <pc:docMk/>
            <pc:sldMk cId="3771384333" sldId="259"/>
            <ac:picMk id="5" creationId="{8676E0E0-B2DC-45F4-E8DB-037CE17F00E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CA8FF-866E-AABC-C146-34C5B5153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019E2D-14D0-0245-6EDC-CED893423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F7802-FC57-7D3A-1A02-1DB9002D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C3A89-E7F3-7940-3D02-12D5C55C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DAD50-0992-FAAB-1795-293CF8D9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90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60C7-CC8A-2F25-0C0C-D669C4ED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4163B-F23B-6BDF-F01B-EF51B9CAA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0674B-9A6E-CA09-7AD5-1943C5BB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DF30B-5BED-355E-CCC1-24B37A72D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E23EF-3D74-2861-13DE-680F2A6D3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41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795B7-4BEB-300B-0ACE-0E694783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659E3-E55E-3F3E-9403-6842AB408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9E3B0-7149-9C69-02FD-13D129A3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91336-6889-9FAA-0905-B033DDCF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4F059-5110-16DC-3CAF-BDF2566B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30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A0512-F4CC-281D-4A85-7E5E5181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0FD98-D530-C185-EF5C-F0DB3123B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E68BC-DAD6-4A6F-8DD1-F3B5314AF8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74DF5-8FD5-08A9-B2DE-A8ED05D0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D53FC-2D5E-BC8F-F0E1-F4DE7E66E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2E120-36EF-F6B2-CCDC-48377FAB1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87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756C-B6CB-F1BB-3DC8-99E133A76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C7D01-F2E8-B753-B099-B4CFC06FF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E78FF-658E-98C4-5DE3-7FF8BA84A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8A1012-4482-3D4D-5B4E-28FACA4DC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7CC9E-29DC-6794-4C7B-4739766BD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73575-5CB8-BFEA-9D1C-92D8C445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A0C05A-CDB5-8067-C429-AABBE8B26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1CDC1D-E28A-E2A1-0E0F-E5DC13A33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143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EFF32-B878-E0CB-9E6D-C6447B4F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23138-FABB-F642-3621-7FC6E7AB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604AF-4E47-0605-8669-8E433EB3E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3DDBE-4144-FE90-F681-BDBDEB77C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89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1F5FB-E24D-C173-A772-68527522D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C5C42B-7160-BD21-4E30-61EC45F1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FBA9D-279E-3A38-E754-E72DAC6D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050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4994-1CE3-270A-2545-05D8452D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3B8F-D3B9-4B44-8C2F-1259D6F09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E3B15-90CC-A9A9-AF18-B8AA49EDB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0A105-33F7-D4D4-B8FD-FF697FFC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D1FE5-AF53-98DF-EA79-F5FA5B91F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5F9DD-91D0-AA19-4C99-A73A4E89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797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EEF2-5A13-A2B2-ADB4-88D2549F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081538-F093-BE38-D111-DEDB80A684C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81FD9-CF57-614D-3EB0-AA52DFEB9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10D00-37FD-9C07-7AA5-662AE333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B7D26-C37F-0F3D-C702-AC741488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09ACC-BFF2-0BAE-9FAE-743E575B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895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C602-9496-FAF2-9ACB-4A339561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2437F-DCE4-80DA-BBF6-628F72E0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67DF-DF88-8735-BB0A-995B0677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20D9A-7660-C487-B6C1-69F4C1A30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95D28-804D-621B-CD16-16CDA340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809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36A75-A084-AB94-F1F6-2D50052781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B84CB-2610-91A3-1ACD-3A0B70DA6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9BDE6-27B7-7DC3-6E9B-4391986F2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CB290-6E69-5117-7FC7-E91AF2D9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62767-93D1-C1F9-0AF5-7A57362F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951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6956C-40CA-3608-1982-FF53FC08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4EF05-16C0-66A3-AABC-BD2B48AB2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DD80B-05E2-B1C8-72E0-C5A04050F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458D3-C8EF-47AC-90EF-9478E1343909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6F932-222A-5E3A-C0CC-2C6B538A25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1A68E-9442-F527-C16D-191FF1BE6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9F2E2-F016-4A77-AAD2-FBB4973608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01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BE7394-2921-70B0-8C40-5DC0475A0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63" y="0"/>
            <a:ext cx="1219566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ECC388-7617-6E13-C5A8-6DCFF73718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RETAIL SALES ANALYTICS USING POWER BI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302EB-1F06-ADBD-34D8-F933125241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End-to-End Business Intelligence Capstone Project</a:t>
            </a:r>
            <a:endParaRPr lang="en-IN" dirty="0"/>
          </a:p>
          <a:p>
            <a:r>
              <a:rPr lang="en-IN" b="1" dirty="0"/>
              <a:t>Presented by:</a:t>
            </a:r>
            <a:r>
              <a:rPr lang="en-IN" dirty="0"/>
              <a:t> Sravanti Kondala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940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urple PPT Backgrounds for PowerPoint &amp; Google Slides — Page 7 of 9 —  SlidesCorner">
            <a:extLst>
              <a:ext uri="{FF2B5EF4-FFF2-40B4-BE49-F238E27FC236}">
                <a16:creationId xmlns:a16="http://schemas.microsoft.com/office/drawing/2014/main" id="{D2EEC206-5286-B457-39EE-173ACEA3B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"/>
            <a:ext cx="12191999" cy="6857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ED1E21-0945-D2C2-04A1-22DEA98D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FA393-65F3-B231-CE27-8294424B5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Business Problem</a:t>
            </a:r>
            <a:endParaRPr lang="en-IN" dirty="0"/>
          </a:p>
          <a:p>
            <a:pPr lvl="0"/>
            <a:r>
              <a:rPr lang="en-IN" dirty="0"/>
              <a:t>Sales data stored across multiple files</a:t>
            </a:r>
          </a:p>
          <a:p>
            <a:pPr lvl="0"/>
            <a:r>
              <a:rPr lang="en-IN" dirty="0"/>
              <a:t>Need for better business performance analysis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Objective</a:t>
            </a:r>
            <a:endParaRPr lang="en-IN" dirty="0"/>
          </a:p>
          <a:p>
            <a:pPr lvl="0"/>
            <a:r>
              <a:rPr lang="en-IN" dirty="0"/>
              <a:t>Analyse sales, profit, customers, products, and returns</a:t>
            </a:r>
          </a:p>
          <a:p>
            <a:pPr lvl="0"/>
            <a:r>
              <a:rPr lang="en-IN" dirty="0"/>
              <a:t>Support data-driven decision-making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Tools:</a:t>
            </a:r>
            <a:r>
              <a:rPr lang="en-IN" dirty="0"/>
              <a:t> Power BI | Power Query | DAX | Excel/CSV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1025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198AB1-53A3-9609-F733-AA2F15261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A91943-41B8-4CDF-2553-F9D2221FA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 &amp;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240C-9D9F-9C59-375C-8A9316F9B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Project Workflow</a:t>
            </a:r>
            <a:endParaRPr lang="en-IN" dirty="0"/>
          </a:p>
          <a:p>
            <a:pPr lvl="0"/>
            <a:r>
              <a:rPr lang="en-IN" dirty="0"/>
              <a:t>Data Cleaning &amp; Transformation</a:t>
            </a:r>
          </a:p>
          <a:p>
            <a:pPr lvl="0"/>
            <a:r>
              <a:rPr lang="en-IN" dirty="0"/>
              <a:t>Data </a:t>
            </a:r>
            <a:r>
              <a:rPr lang="en-IN" dirty="0" err="1"/>
              <a:t>Modeling</a:t>
            </a:r>
            <a:r>
              <a:rPr lang="en-IN" dirty="0"/>
              <a:t> &amp; Relationships</a:t>
            </a:r>
          </a:p>
          <a:p>
            <a:pPr lvl="0"/>
            <a:r>
              <a:rPr lang="en-IN" dirty="0"/>
              <a:t>DAX Measures &amp; Calculations</a:t>
            </a:r>
          </a:p>
          <a:p>
            <a:pPr lvl="0"/>
            <a:r>
              <a:rPr lang="en-IN" dirty="0"/>
              <a:t>Interactive Dashboard Development</a:t>
            </a:r>
          </a:p>
          <a:p>
            <a:pPr lvl="0"/>
            <a:r>
              <a:rPr lang="en-IN" dirty="0"/>
              <a:t>Validation &amp; Testing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Developed seven report pages covering sales, products, customers, employees, returns, and orders.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56520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76E0E0-B2DC-45F4-E8DB-037CE17F0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4F4B1F-D390-BAB1-9D2B-CAA23A1CD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 &amp;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934C3-CC84-857D-932B-C755D40D3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lvl="0"/>
            <a:r>
              <a:rPr lang="en-IN" sz="3000" dirty="0"/>
              <a:t>Added KPI cards, charts, slicers, drill-through, tooltips, and navigation.</a:t>
            </a:r>
          </a:p>
          <a:p>
            <a:pPr lvl="0"/>
            <a:r>
              <a:rPr lang="en-IN" sz="3000" dirty="0"/>
              <a:t>Net Sales: ₹55.89 crore</a:t>
            </a:r>
          </a:p>
          <a:p>
            <a:pPr lvl="0"/>
            <a:r>
              <a:rPr lang="en-IN" sz="3000" dirty="0"/>
              <a:t>Gross Profit: ₹19.19 crore</a:t>
            </a:r>
          </a:p>
          <a:p>
            <a:pPr lvl="0"/>
            <a:r>
              <a:rPr lang="en-IN" sz="3000" dirty="0"/>
              <a:t>Gross Margin: 34.33%</a:t>
            </a:r>
          </a:p>
          <a:p>
            <a:pPr lvl="0"/>
            <a:r>
              <a:rPr lang="en-IN" sz="3000" dirty="0"/>
              <a:t>Target Attainment: 55.07%</a:t>
            </a:r>
          </a:p>
          <a:p>
            <a:pPr lvl="0"/>
            <a:r>
              <a:rPr lang="en-IN" sz="3000" dirty="0"/>
              <a:t>The South region recorded the highest Net Sales.</a:t>
            </a:r>
          </a:p>
          <a:p>
            <a:pPr marL="0" lvl="0" indent="0">
              <a:buNone/>
            </a:pPr>
            <a:r>
              <a:rPr lang="en-IN" sz="3000" dirty="0"/>
              <a:t>Created an interactive Power BI dashboard to </a:t>
            </a:r>
            <a:r>
              <a:rPr lang="en-IN" sz="3000" dirty="0" err="1"/>
              <a:t>analyze</a:t>
            </a:r>
            <a:r>
              <a:rPr lang="en-IN" sz="3000" dirty="0"/>
              <a:t> retail sales and business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384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165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RETAIL SALES ANALYTICS USING POWER BI</vt:lpstr>
      <vt:lpstr>PROJECT OVERVIEW</vt:lpstr>
      <vt:lpstr>METHODOLOGY &amp; DASHBOARD</vt:lpstr>
      <vt:lpstr>KEY INSIGHTS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Sravanti kondala</dc:creator>
  <cp:lastModifiedBy>Sravanti kondala</cp:lastModifiedBy>
  <cp:revision>1</cp:revision>
  <dcterms:created xsi:type="dcterms:W3CDTF">2026-10-19T07:17:54Z</dcterms:created>
  <dcterms:modified xsi:type="dcterms:W3CDTF">2026-10-25T09:15:37Z</dcterms:modified>
</cp:coreProperties>
</file>